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3"/>
  </p:notesMasterIdLst>
  <p:sldIdLst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623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541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76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3.png"/><Relationship Id="rId5" Type="http://schemas.openxmlformats.org/officeDocument/2006/relationships/image" Target="../media/image39.png"/><Relationship Id="rId10" Type="http://schemas.openxmlformats.org/officeDocument/2006/relationships/image" Target="../media/image42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6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F5A5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SDC PROJECT REVIEW – 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87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Feedback   Management System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199" y="1800665"/>
            <a:ext cx="5711483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A5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Web-Based Feedback System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8C4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HTML, CSS, JavaScript   |   Storage: Local Storage in browser  |   Modules: User &amp; Admin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5A5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Lecturer Name: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CIDFont+F2"/>
              </a:rPr>
              <a:t>Mrs</a:t>
            </a:r>
            <a:r>
              <a:rPr lang="en-IN" dirty="0">
                <a:solidFill>
                  <a:schemeClr val="bg1"/>
                </a:solidFill>
                <a:latin typeface="CIDFont+F2"/>
              </a:rPr>
              <a:t>  </a:t>
            </a:r>
            <a:r>
              <a:rPr lang="en-IN" dirty="0" err="1">
                <a:solidFill>
                  <a:schemeClr val="bg1"/>
                </a:solidFill>
                <a:latin typeface="CIDFont+F2"/>
              </a:rPr>
              <a:t>k</a:t>
            </a:r>
            <a:r>
              <a:rPr lang="en-IN" sz="1800" b="0" i="0" u="none" strike="noStrike" baseline="0" dirty="0" err="1">
                <a:solidFill>
                  <a:schemeClr val="bg1"/>
                </a:solidFill>
                <a:latin typeface="CIDFont+F2"/>
              </a:rPr>
              <a:t>.LALITHA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CIDFont+F2"/>
              </a:rPr>
              <a:t> VANISREE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382146"/>
              </p:ext>
            </p:extLst>
          </p:nvPr>
        </p:nvGraphicFramePr>
        <p:xfrm>
          <a:off x="457200" y="3154680"/>
          <a:ext cx="7760209" cy="1408176"/>
        </p:xfrm>
        <a:graphic>
          <a:graphicData uri="http://schemas.openxmlformats.org/drawingml/2006/table">
            <a:tbl>
              <a:tblPr/>
              <a:tblGrid>
                <a:gridCol w="167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5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7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5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5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5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M.NANDA MOHAN</a:t>
                      </a: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2500032551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K.KOWSHIK SAI </a:t>
                      </a: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2500030938</a:t>
                      </a: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M.SHIVA KESHA VARDHAN</a:t>
                      </a: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2500031746</a:t>
                      </a: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Management System  |  SDC Project Review –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057400"/>
            <a:ext cx="213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for collecting customer feedback.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6600" y="1188720"/>
            <a:ext cx="2590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05200" y="1417320"/>
            <a:ext cx="548640" cy="548640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360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05200" y="2057400"/>
            <a:ext cx="213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submit ratings, reviews, and suggestions.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096000" y="1188720"/>
            <a:ext cx="2590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24600" y="1417320"/>
            <a:ext cx="548640" cy="548640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760" y="15544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24600" y="2057400"/>
            <a:ext cx="213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view and manage feedback.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2971800"/>
            <a:ext cx="2590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3375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5800" y="3840480"/>
            <a:ext cx="213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can be categorized and tracked.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276600" y="2971800"/>
            <a:ext cx="2590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505200" y="3200400"/>
            <a:ext cx="548640" cy="548640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2360" y="33375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505200" y="3840480"/>
            <a:ext cx="213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HTML, CSS, JavaScript, and Local Storage.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096000" y="2971800"/>
            <a:ext cx="2590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324600" y="3200400"/>
            <a:ext cx="548640" cy="548640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1760" y="333756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324600" y="3840480"/>
            <a:ext cx="213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simple and user-friendly interface.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Management System  |  SDC Project Review –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926080" cy="3429000"/>
          </a:xfrm>
          <a:prstGeom prst="roundRect">
            <a:avLst>
              <a:gd name="adj" fmla="val 3125"/>
            </a:avLst>
          </a:prstGeom>
          <a:solidFill>
            <a:srgbClr val="0B2B3B"/>
          </a:solidFill>
          <a:ln w="12700">
            <a:solidFill>
              <a:srgbClr val="0B2B3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54480"/>
            <a:ext cx="731520" cy="731520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feedback platform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share opinions.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acts on them.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0" y="1188720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67328" y="1271016"/>
            <a:ext cx="338328" cy="338328"/>
          </a:xfrm>
          <a:prstGeom prst="ellipse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910" y="1355598"/>
            <a:ext cx="169164" cy="1691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51960" y="1188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helps improve products and services.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657600" y="1773936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767328" y="1856232"/>
            <a:ext cx="338328" cy="338328"/>
          </a:xfrm>
          <a:prstGeom prst="ellipse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910" y="1940814"/>
            <a:ext cx="169164" cy="1691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51960" y="17739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feedback management can be difficult.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657600" y="2359152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767328" y="2441448"/>
            <a:ext cx="338328" cy="338328"/>
          </a:xfrm>
          <a:prstGeom prst="ellipse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1910" y="2526030"/>
            <a:ext cx="169164" cy="16916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251960" y="2359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a centralized feedback platform.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3657600" y="294436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767328" y="3026664"/>
            <a:ext cx="338328" cy="338328"/>
          </a:xfrm>
          <a:prstGeom prst="ellipse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1910" y="3111246"/>
            <a:ext cx="169164" cy="16916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251960" y="29443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easily submit their opinions.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3657600" y="3529584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767328" y="3611880"/>
            <a:ext cx="338328" cy="338328"/>
          </a:xfrm>
          <a:prstGeom prst="ellipse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1910" y="3696462"/>
            <a:ext cx="169164" cy="16916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251960" y="35295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monitor and manage feedback.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3657600" y="4114800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3767328" y="4197096"/>
            <a:ext cx="338328" cy="338328"/>
          </a:xfrm>
          <a:prstGeom prst="ellipse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1910" y="4281678"/>
            <a:ext cx="169164" cy="16916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251960" y="4114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customer needs and issues.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Management System  |  SDC Project Review –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9304"/>
            <a:ext cx="365760" cy="365760"/>
          </a:xfrm>
          <a:prstGeom prst="ellipse">
            <a:avLst/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80744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1887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feedback collection is time-consuming.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1975104"/>
            <a:ext cx="365760" cy="365760"/>
          </a:xfrm>
          <a:prstGeom prst="ellipse">
            <a:avLst/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6654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18745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may be difficult to organize.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2560320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94360" y="2660904"/>
            <a:ext cx="365760" cy="365760"/>
          </a:xfrm>
          <a:prstGeom prst="ellipse">
            <a:avLst/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5234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43000" y="25603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suggestions can be missed.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57200" y="3246120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94360" y="3346704"/>
            <a:ext cx="365760" cy="365760"/>
          </a:xfrm>
          <a:prstGeom prst="ellipse">
            <a:avLst/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3814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32461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feedback status is difficult.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57200" y="3931920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" y="4032504"/>
            <a:ext cx="365760" cy="365760"/>
          </a:xfrm>
          <a:prstGeom prst="ellipse">
            <a:avLst/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123944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43000" y="39319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feedback management.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5943600" y="1188720"/>
            <a:ext cx="2743200" cy="3310128"/>
          </a:xfrm>
          <a:prstGeom prst="roundRect">
            <a:avLst>
              <a:gd name="adj" fmla="val 3333"/>
            </a:avLst>
          </a:prstGeom>
          <a:solidFill>
            <a:srgbClr val="0B2B3B"/>
          </a:solidFill>
          <a:ln w="12700">
            <a:solidFill>
              <a:srgbClr val="0B2B3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263640" y="1508760"/>
            <a:ext cx="640080" cy="640080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660" y="166878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2636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6263640" y="26974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digital feedback management system.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Management System  |  SDC Project Review –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94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234440"/>
            <a:ext cx="329184" cy="329184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18872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feedback submission.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5394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728216"/>
            <a:ext cx="329184" cy="329184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68249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Signup and Login.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5394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2221992"/>
            <a:ext cx="329184" cy="329184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" y="2221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17627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User and Admin modules.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5394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2715768"/>
            <a:ext cx="329184" cy="329184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67004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using Local Storage.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163824"/>
            <a:ext cx="5394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" y="3209544"/>
            <a:ext cx="329184" cy="329184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31638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and track feedback.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5394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" y="3703320"/>
            <a:ext cx="329184" cy="329184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36576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rating and categories.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4151376"/>
            <a:ext cx="5394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0352" y="4197096"/>
            <a:ext cx="329184" cy="329184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0352" y="4197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415137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responsive UI.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26480" y="1188720"/>
            <a:ext cx="2560320" cy="3456432"/>
          </a:xfrm>
          <a:prstGeom prst="roundRect">
            <a:avLst>
              <a:gd name="adj" fmla="val 3571"/>
            </a:avLst>
          </a:prstGeom>
          <a:solidFill>
            <a:srgbClr val="0B2B3B"/>
          </a:solidFill>
          <a:ln w="12700">
            <a:solidFill>
              <a:srgbClr val="0B2B3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32320" y="1417320"/>
            <a:ext cx="548640" cy="548640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54480"/>
            <a:ext cx="274320" cy="274320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6126480" y="20574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5B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600" dirty="0"/>
          </a:p>
        </p:txBody>
      </p:sp>
      <p:sp>
        <p:nvSpPr>
          <p:cNvPr id="36" name="Text 33"/>
          <p:cNvSpPr txBox="1"/>
          <p:nvPr/>
        </p:nvSpPr>
        <p:spPr>
          <a:xfrm>
            <a:off x="612648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Management System  |  SDC Project Review –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594360" cy="594360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15659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417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8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Module</a:t>
            </a:r>
            <a:endParaRPr lang="en-US" sz="2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95144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212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&amp; Login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8833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8152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3000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Feedback</a:t>
            </a:r>
            <a:endParaRPr lang="en-US" sz="15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7472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143000" y="33924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Rating</a:t>
            </a:r>
            <a:endParaRPr lang="en-US" sz="15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67912"/>
            <a:ext cx="201168" cy="20116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143000" y="37856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Feedback</a:t>
            </a:r>
            <a:endParaRPr lang="en-US" sz="15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61104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143000" y="4178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</a:t>
            </a:r>
            <a:endParaRPr lang="en-US" sz="1500" dirty="0"/>
          </a:p>
        </p:txBody>
      </p:sp>
      <p:sp>
        <p:nvSpPr>
          <p:cNvPr id="20" name="Shape 11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4937760" y="1417320"/>
            <a:ext cx="594360" cy="594360"/>
          </a:xfrm>
          <a:prstGeom prst="ellipse">
            <a:avLst/>
          </a:prstGeom>
          <a:solidFill>
            <a:srgbClr val="0B2B3B"/>
          </a:solidFill>
          <a:ln w="12700">
            <a:solidFill>
              <a:srgbClr val="0B2B3B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350" y="1565910"/>
            <a:ext cx="297180" cy="29718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5715000" y="1417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Module</a:t>
            </a:r>
            <a:endParaRPr lang="en-US" sz="22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295144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5349240" y="2212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5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88336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53492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81528"/>
            <a:ext cx="201168" cy="201168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5349240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Feedback</a:t>
            </a:r>
            <a:endParaRPr lang="en-US" sz="15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474720"/>
            <a:ext cx="201168" cy="201168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5349240" y="33924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50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867912"/>
            <a:ext cx="201168" cy="201168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5349240" y="37856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15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261104"/>
            <a:ext cx="201168" cy="201168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5349240" y="4178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Feedback</a:t>
            </a:r>
            <a:endParaRPr lang="en-US" sz="15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Management System  |  SDC Project Review –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17373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21214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36776" y="2103120"/>
            <a:ext cx="201168" cy="0"/>
          </a:xfrm>
          <a:prstGeom prst="line">
            <a:avLst/>
          </a:prstGeom>
          <a:noFill/>
          <a:ln w="25400">
            <a:solidFill>
              <a:srgbClr val="7F9AA4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874520" y="155448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716" y="17373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20240" y="21214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054096" y="2103120"/>
            <a:ext cx="201168" cy="0"/>
          </a:xfrm>
          <a:prstGeom prst="line">
            <a:avLst/>
          </a:prstGeom>
          <a:noFill/>
          <a:ln w="25400">
            <a:solidFill>
              <a:srgbClr val="7F9AA4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291840" y="155448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7036" y="173736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337560" y="21214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471416" y="2103120"/>
            <a:ext cx="201168" cy="0"/>
          </a:xfrm>
          <a:prstGeom prst="line">
            <a:avLst/>
          </a:prstGeom>
          <a:noFill/>
          <a:ln w="25400">
            <a:solidFill>
              <a:srgbClr val="7F9AA4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4709160" y="155448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4356" y="173736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754880" y="21214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Feedback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888736" y="2103120"/>
            <a:ext cx="201168" cy="0"/>
          </a:xfrm>
          <a:prstGeom prst="line">
            <a:avLst/>
          </a:prstGeom>
          <a:noFill/>
          <a:ln w="25400">
            <a:solidFill>
              <a:srgbClr val="7F9AA4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6126480" y="155448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173736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172200" y="21214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7306056" y="2103120"/>
            <a:ext cx="201168" cy="0"/>
          </a:xfrm>
          <a:prstGeom prst="line">
            <a:avLst/>
          </a:prstGeom>
          <a:noFill/>
          <a:ln w="25400">
            <a:solidFill>
              <a:srgbClr val="7F9AA4"/>
            </a:solidFill>
            <a:prstDash val="solid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7543800" y="155448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8996" y="1737360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589520" y="21214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57200" y="29260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B2B3B"/>
          </a:solidFill>
          <a:ln w="12700">
            <a:solidFill>
              <a:srgbClr val="0B2B3B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57200" y="2926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457200" y="333756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396" y="3520440"/>
            <a:ext cx="292608" cy="29260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02920" y="390448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1636776" y="3886200"/>
            <a:ext cx="201168" cy="0"/>
          </a:xfrm>
          <a:prstGeom prst="line">
            <a:avLst/>
          </a:prstGeom>
          <a:noFill/>
          <a:ln w="25400">
            <a:solidFill>
              <a:srgbClr val="7F9AA4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1874520" y="333756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99716" y="3520440"/>
            <a:ext cx="292608" cy="292608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920240" y="390448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3054096" y="3886200"/>
            <a:ext cx="201168" cy="0"/>
          </a:xfrm>
          <a:prstGeom prst="line">
            <a:avLst/>
          </a:prstGeom>
          <a:noFill/>
          <a:ln w="25400">
            <a:solidFill>
              <a:srgbClr val="7F9AA4"/>
            </a:solidFill>
            <a:prstDash val="solid"/>
            <a:tailEnd type="triangle"/>
          </a:ln>
        </p:spPr>
      </p:sp>
      <p:sp>
        <p:nvSpPr>
          <p:cNvPr id="39" name="Shape 29"/>
          <p:cNvSpPr/>
          <p:nvPr/>
        </p:nvSpPr>
        <p:spPr>
          <a:xfrm>
            <a:off x="3291840" y="333756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7036" y="3520440"/>
            <a:ext cx="292608" cy="292608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3337560" y="390448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Feedback</a:t>
            </a:r>
            <a:endParaRPr lang="en-US" sz="1200" dirty="0"/>
          </a:p>
        </p:txBody>
      </p:sp>
      <p:sp>
        <p:nvSpPr>
          <p:cNvPr id="42" name="Shape 31"/>
          <p:cNvSpPr/>
          <p:nvPr/>
        </p:nvSpPr>
        <p:spPr>
          <a:xfrm>
            <a:off x="4471416" y="3886200"/>
            <a:ext cx="201168" cy="0"/>
          </a:xfrm>
          <a:prstGeom prst="line">
            <a:avLst/>
          </a:prstGeom>
          <a:noFill/>
          <a:ln w="25400">
            <a:solidFill>
              <a:srgbClr val="7F9AA4"/>
            </a:solidFill>
            <a:prstDash val="solid"/>
            <a:tailEnd type="triangle"/>
          </a:ln>
        </p:spPr>
      </p:sp>
      <p:sp>
        <p:nvSpPr>
          <p:cNvPr id="43" name="Shape 32"/>
          <p:cNvSpPr/>
          <p:nvPr/>
        </p:nvSpPr>
        <p:spPr>
          <a:xfrm>
            <a:off x="4709160" y="333756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34356" y="3520440"/>
            <a:ext cx="292608" cy="29260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4754880" y="390448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Filter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5888736" y="3886200"/>
            <a:ext cx="201168" cy="0"/>
          </a:xfrm>
          <a:prstGeom prst="line">
            <a:avLst/>
          </a:prstGeom>
          <a:noFill/>
          <a:ln w="25400">
            <a:solidFill>
              <a:srgbClr val="7F9AA4"/>
            </a:solidFill>
            <a:prstDash val="solid"/>
            <a:tailEnd type="triangle"/>
          </a:ln>
        </p:spPr>
      </p:sp>
      <p:sp>
        <p:nvSpPr>
          <p:cNvPr id="47" name="Shape 35"/>
          <p:cNvSpPr/>
          <p:nvPr/>
        </p:nvSpPr>
        <p:spPr>
          <a:xfrm>
            <a:off x="6126480" y="333756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1676" y="3520440"/>
            <a:ext cx="292608" cy="292608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6172200" y="390448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12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Management System  |  SDC Project Review –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99616" cy="329184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463040"/>
            <a:ext cx="640080" cy="640080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16230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2860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788920"/>
            <a:ext cx="13167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139696" y="1188720"/>
            <a:ext cx="1499616" cy="329184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9464" y="1463040"/>
            <a:ext cx="640080" cy="640080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484" y="16230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31136" y="22860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249424" y="2788920"/>
            <a:ext cx="13167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&amp; Flexbox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822192" y="1188720"/>
            <a:ext cx="1499616" cy="329184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51960" y="1463040"/>
            <a:ext cx="640080" cy="640080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80" y="16230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13632" y="22860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3931920" y="2788920"/>
            <a:ext cx="13167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management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504688" y="1188720"/>
            <a:ext cx="1499616" cy="329184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34456" y="1463040"/>
            <a:ext cx="640080" cy="640080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476" y="16230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96128" y="22860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Storage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614416" y="2788920"/>
            <a:ext cx="13167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data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187184" y="1188720"/>
            <a:ext cx="1499616" cy="329184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616952" y="1463040"/>
            <a:ext cx="640080" cy="640080"/>
          </a:xfrm>
          <a:prstGeom prst="ellipse">
            <a:avLst/>
          </a:prstGeom>
          <a:solidFill>
            <a:srgbClr val="12808C"/>
          </a:solidFill>
          <a:ln w="12700">
            <a:solidFill>
              <a:srgbClr val="12808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6972" y="16230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78624" y="22860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7296912" y="2788920"/>
            <a:ext cx="13167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Management System  |  SDC Project Review –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44168"/>
            <a:ext cx="420624" cy="420624"/>
          </a:xfrm>
          <a:prstGeom prst="ellipse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1449324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10712" y="1344168"/>
            <a:ext cx="420624" cy="420624"/>
          </a:xfrm>
          <a:prstGeom prst="ellipse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868" y="144932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59352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Submission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2084832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1792" y="2240280"/>
            <a:ext cx="420624" cy="420624"/>
          </a:xfrm>
          <a:prstGeom prst="ellipse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" y="2345436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70432" y="20848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Star Rating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3246120" y="2084832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410712" y="2240280"/>
            <a:ext cx="420624" cy="420624"/>
          </a:xfrm>
          <a:prstGeom prst="ellipse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5868" y="234543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959352" y="20848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Categories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57200" y="2980944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21792" y="3136392"/>
            <a:ext cx="420624" cy="420624"/>
          </a:xfrm>
          <a:prstGeom prst="ellipse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" y="3241548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70432" y="298094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3246120" y="2980944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410712" y="3136392"/>
            <a:ext cx="420624" cy="420624"/>
          </a:xfrm>
          <a:prstGeom prst="ellipse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5868" y="3241548"/>
            <a:ext cx="210312" cy="21031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959352" y="298094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457200" y="3877056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21792" y="4032504"/>
            <a:ext cx="420624" cy="420624"/>
          </a:xfrm>
          <a:prstGeom prst="ellipse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948" y="4137660"/>
            <a:ext cx="210312" cy="21031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170432" y="387705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3246120" y="3877056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3410712" y="4032504"/>
            <a:ext cx="420624" cy="420624"/>
          </a:xfrm>
          <a:prstGeom prst="ellipse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15868" y="4137660"/>
            <a:ext cx="210312" cy="21031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3959352" y="387705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500" dirty="0"/>
          </a:p>
        </p:txBody>
      </p:sp>
      <p:sp>
        <p:nvSpPr>
          <p:cNvPr id="36" name="Shape 26"/>
          <p:cNvSpPr/>
          <p:nvPr/>
        </p:nvSpPr>
        <p:spPr>
          <a:xfrm>
            <a:off x="6126480" y="1188720"/>
            <a:ext cx="2560320" cy="3401568"/>
          </a:xfrm>
          <a:prstGeom prst="roundRect">
            <a:avLst>
              <a:gd name="adj" fmla="val 3571"/>
            </a:avLst>
          </a:prstGeom>
          <a:solidFill>
            <a:srgbClr val="0B2B3B"/>
          </a:solidFill>
          <a:ln w="12700">
            <a:solidFill>
              <a:srgbClr val="0B2B3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27"/>
          <p:cNvSpPr txBox="1"/>
          <p:nvPr/>
        </p:nvSpPr>
        <p:spPr>
          <a:xfrm>
            <a:off x="635508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B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20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2057400"/>
            <a:ext cx="256032" cy="256032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766560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</a:t>
            </a:r>
            <a:endParaRPr lang="en-US" sz="14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2715768"/>
            <a:ext cx="256032" cy="256032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6766560" y="2624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feedback</a:t>
            </a:r>
            <a:endParaRPr lang="en-US" sz="14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3374136"/>
            <a:ext cx="256032" cy="256032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6766560" y="32826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management</a:t>
            </a:r>
            <a:endParaRPr lang="en-US" sz="140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4032504"/>
            <a:ext cx="256032" cy="256032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6766560" y="394106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customer understanding</a:t>
            </a:r>
            <a:endParaRPr lang="en-US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simple feedback management platform.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User and Admin modules.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HTML, CSS, and JavaScript.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 manages application data.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feedback collection and management easier.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508760"/>
            <a:ext cx="1920240" cy="749808"/>
          </a:xfrm>
          <a:prstGeom prst="roundRect">
            <a:avLst>
              <a:gd name="adj" fmla="val 12195"/>
            </a:avLst>
          </a:prstGeom>
          <a:solidFill>
            <a:srgbClr val="173F53"/>
          </a:solidFill>
          <a:ln w="12700">
            <a:solidFill>
              <a:srgbClr val="173F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92040" y="1682496"/>
            <a:ext cx="402336" cy="402336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783080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76672" y="15087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766560" y="1508760"/>
            <a:ext cx="1920240" cy="749808"/>
          </a:xfrm>
          <a:prstGeom prst="roundRect">
            <a:avLst>
              <a:gd name="adj" fmla="val 12195"/>
            </a:avLst>
          </a:prstGeom>
          <a:solidFill>
            <a:srgbClr val="173F53"/>
          </a:solidFill>
          <a:ln w="12700">
            <a:solidFill>
              <a:srgbClr val="173F5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03720" y="1682496"/>
            <a:ext cx="402336" cy="402336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178308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88352" y="15087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754880" y="2377440"/>
            <a:ext cx="1920240" cy="749808"/>
          </a:xfrm>
          <a:prstGeom prst="roundRect">
            <a:avLst>
              <a:gd name="adj" fmla="val 12195"/>
            </a:avLst>
          </a:prstGeom>
          <a:solidFill>
            <a:srgbClr val="173F53"/>
          </a:solidFill>
          <a:ln w="12700">
            <a:solidFill>
              <a:srgbClr val="173F5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92040" y="2551176"/>
            <a:ext cx="402336" cy="402336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265176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76672" y="237744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charts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766560" y="2377440"/>
            <a:ext cx="1920240" cy="749808"/>
          </a:xfrm>
          <a:prstGeom prst="roundRect">
            <a:avLst>
              <a:gd name="adj" fmla="val 12195"/>
            </a:avLst>
          </a:prstGeom>
          <a:solidFill>
            <a:srgbClr val="173F53"/>
          </a:solidFill>
          <a:ln w="12700">
            <a:solidFill>
              <a:srgbClr val="173F5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03720" y="2551176"/>
            <a:ext cx="402336" cy="402336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4" y="2651760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88352" y="237744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754880" y="3246120"/>
            <a:ext cx="1920240" cy="749808"/>
          </a:xfrm>
          <a:prstGeom prst="roundRect">
            <a:avLst>
              <a:gd name="adj" fmla="val 12195"/>
            </a:avLst>
          </a:prstGeom>
          <a:solidFill>
            <a:srgbClr val="173F53"/>
          </a:solidFill>
          <a:ln w="12700">
            <a:solidFill>
              <a:srgbClr val="173F5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892040" y="3419856"/>
            <a:ext cx="402336" cy="402336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624" y="3520440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376672" y="32461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PDF/Excel reports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766560" y="3246120"/>
            <a:ext cx="1920240" cy="749808"/>
          </a:xfrm>
          <a:prstGeom prst="roundRect">
            <a:avLst>
              <a:gd name="adj" fmla="val 12195"/>
            </a:avLst>
          </a:prstGeom>
          <a:solidFill>
            <a:srgbClr val="173F53"/>
          </a:solidFill>
          <a:ln w="12700">
            <a:solidFill>
              <a:srgbClr val="173F53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903720" y="3419856"/>
            <a:ext cx="402336" cy="402336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4304" y="3520440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388352" y="32461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600" dirty="0">
                <a:solidFill>
                  <a:srgbClr val="0B2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518</Words>
  <Application>Microsoft Office PowerPoint</Application>
  <PresentationFormat>On-screen Show (16:9)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Cambria</vt:lpstr>
      <vt:lpstr>CIDFont+F2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Feedback Management System – SDC Project Review 1</dc:title>
  <dc:subject>PptxGenJS Presentation</dc:subject>
  <dc:creator>PptxGenJS</dc:creator>
  <cp:lastModifiedBy>Ramana Madineni</cp:lastModifiedBy>
  <cp:revision>6</cp:revision>
  <dcterms:created xsi:type="dcterms:W3CDTF">2026-09-20T11:18:54Z</dcterms:created>
  <dcterms:modified xsi:type="dcterms:W3CDTF">2026-10-05T06:35:16Z</dcterms:modified>
</cp:coreProperties>
</file>